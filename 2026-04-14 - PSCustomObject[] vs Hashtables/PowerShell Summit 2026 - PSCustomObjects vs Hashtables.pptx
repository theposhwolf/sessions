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73" r:id="rId5"/>
    <p:sldId id="271" r:id="rId6"/>
    <p:sldId id="275" r:id="rId7"/>
    <p:sldId id="274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pos="384" userDrawn="1">
          <p15:clr>
            <a:srgbClr val="A4A3A4"/>
          </p15:clr>
        </p15:guide>
        <p15:guide id="5" orient="horz" pos="3936" userDrawn="1">
          <p15:clr>
            <a:srgbClr val="A4A3A4"/>
          </p15:clr>
        </p15:guide>
        <p15:guide id="6" orient="horz" pos="4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2D78"/>
    <a:srgbClr val="92278F"/>
    <a:srgbClr val="000000"/>
    <a:srgbClr val="7030A0"/>
    <a:srgbClr val="2298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64FC75-313A-ED80-F54E-543E1EF8497F}" v="4" dt="2026-04-06T15:21:38.6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>
        <p:guide orient="horz" pos="2160"/>
        <p:guide pos="3840"/>
        <p:guide pos="7296"/>
        <p:guide pos="384"/>
        <p:guide orient="horz" pos="3936"/>
        <p:guide orient="horz" pos="4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D7AA7-6947-46DE-8F8D-972DE75C4888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D6F596-DFBB-42B8-ADCC-5FC29CF5B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66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5E41935-A6BA-C59A-85AA-973BED0C276C}"/>
              </a:ext>
            </a:extLst>
          </p:cNvPr>
          <p:cNvGrpSpPr/>
          <p:nvPr userDrawn="1"/>
        </p:nvGrpSpPr>
        <p:grpSpPr>
          <a:xfrm>
            <a:off x="309324" y="3273040"/>
            <a:ext cx="11573353" cy="3587612"/>
            <a:chOff x="309324" y="4684536"/>
            <a:chExt cx="11573353" cy="2176115"/>
          </a:xfrm>
        </p:grpSpPr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26D6A40A-4A1C-A796-F8EE-E028FC658B9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4684536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DD3B336-811E-4F0C-18DD-95C9EDBFC7EE}"/>
                </a:ext>
              </a:extLst>
            </p:cNvPr>
            <p:cNvSpPr/>
            <p:nvPr userDrawn="1"/>
          </p:nvSpPr>
          <p:spPr>
            <a:xfrm>
              <a:off x="3523144" y="5140280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0B2F759-A522-5078-C5F5-F2D2FDBBDC08}"/>
                </a:ext>
              </a:extLst>
            </p:cNvPr>
            <p:cNvSpPr/>
            <p:nvPr userDrawn="1"/>
          </p:nvSpPr>
          <p:spPr>
            <a:xfrm>
              <a:off x="6101400" y="5294244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CD302D2-D521-2C0C-1C51-7B1CF27EACA4}"/>
                </a:ext>
              </a:extLst>
            </p:cNvPr>
            <p:cNvSpPr/>
            <p:nvPr userDrawn="1"/>
          </p:nvSpPr>
          <p:spPr>
            <a:xfrm>
              <a:off x="309324" y="5063298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16">
              <a:extLst>
                <a:ext uri="{FF2B5EF4-FFF2-40B4-BE49-F238E27FC236}">
                  <a16:creationId xmlns:a16="http://schemas.microsoft.com/office/drawing/2014/main" id="{E43BD3B6-9AE7-5E0B-4D10-1CC73FA9F03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4937044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17">
              <a:extLst>
                <a:ext uri="{FF2B5EF4-FFF2-40B4-BE49-F238E27FC236}">
                  <a16:creationId xmlns:a16="http://schemas.microsoft.com/office/drawing/2014/main" id="{6889B223-4C2E-F441-2738-B4E0870F1FC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4810790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2140262-FB6C-DD71-4C24-FF1C596755D6}"/>
                </a:ext>
              </a:extLst>
            </p:cNvPr>
            <p:cNvSpPr/>
            <p:nvPr userDrawn="1"/>
          </p:nvSpPr>
          <p:spPr>
            <a:xfrm>
              <a:off x="7372528" y="5217262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28">
              <a:extLst>
                <a:ext uri="{FF2B5EF4-FFF2-40B4-BE49-F238E27FC236}">
                  <a16:creationId xmlns:a16="http://schemas.microsoft.com/office/drawing/2014/main" id="{A31B7553-9E63-0970-4DA8-BCF8552DDD10}"/>
                </a:ext>
              </a:extLst>
            </p:cNvPr>
            <p:cNvSpPr/>
            <p:nvPr userDrawn="1"/>
          </p:nvSpPr>
          <p:spPr>
            <a:xfrm>
              <a:off x="944888" y="5679154"/>
              <a:ext cx="25200" cy="1178846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CAC4C2F4-38F2-F605-D54A-74EE044E4DC1}"/>
                </a:ext>
              </a:extLst>
            </p:cNvPr>
            <p:cNvSpPr/>
            <p:nvPr userDrawn="1"/>
          </p:nvSpPr>
          <p:spPr>
            <a:xfrm>
              <a:off x="2252016" y="6064064"/>
              <a:ext cx="25200" cy="793936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B928D546-59DD-2F71-446F-6493A064FA4A}"/>
                </a:ext>
              </a:extLst>
            </p:cNvPr>
            <p:cNvSpPr/>
            <p:nvPr userDrawn="1"/>
          </p:nvSpPr>
          <p:spPr>
            <a:xfrm>
              <a:off x="2887580" y="5833118"/>
              <a:ext cx="25200" cy="1024882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35">
              <a:extLst>
                <a:ext uri="{FF2B5EF4-FFF2-40B4-BE49-F238E27FC236}">
                  <a16:creationId xmlns:a16="http://schemas.microsoft.com/office/drawing/2014/main" id="{2D5A94F5-2B9D-6578-59FF-D52962A6910D}"/>
                </a:ext>
              </a:extLst>
            </p:cNvPr>
            <p:cNvSpPr/>
            <p:nvPr userDrawn="1"/>
          </p:nvSpPr>
          <p:spPr>
            <a:xfrm>
              <a:off x="4158708" y="5371226"/>
              <a:ext cx="25200" cy="1486774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7E872695-F10E-0218-38ED-34C71FEF09B0}"/>
                </a:ext>
              </a:extLst>
            </p:cNvPr>
            <p:cNvSpPr/>
            <p:nvPr userDrawn="1"/>
          </p:nvSpPr>
          <p:spPr>
            <a:xfrm>
              <a:off x="4794272" y="5448208"/>
              <a:ext cx="25200" cy="1409792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39">
              <a:extLst>
                <a:ext uri="{FF2B5EF4-FFF2-40B4-BE49-F238E27FC236}">
                  <a16:creationId xmlns:a16="http://schemas.microsoft.com/office/drawing/2014/main" id="{DF8BDF12-8B2C-FF80-2FD8-57DDA33DDD01}"/>
                </a:ext>
              </a:extLst>
            </p:cNvPr>
            <p:cNvSpPr/>
            <p:nvPr userDrawn="1"/>
          </p:nvSpPr>
          <p:spPr>
            <a:xfrm>
              <a:off x="6736964" y="6141046"/>
              <a:ext cx="25200" cy="716954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1">
              <a:extLst>
                <a:ext uri="{FF2B5EF4-FFF2-40B4-BE49-F238E27FC236}">
                  <a16:creationId xmlns:a16="http://schemas.microsoft.com/office/drawing/2014/main" id="{C1166CD3-7978-96F6-38F4-968F7B721A97}"/>
                </a:ext>
              </a:extLst>
            </p:cNvPr>
            <p:cNvSpPr/>
            <p:nvPr userDrawn="1"/>
          </p:nvSpPr>
          <p:spPr>
            <a:xfrm>
              <a:off x="8008092" y="5756136"/>
              <a:ext cx="25200" cy="1101864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8B1F6092-D5CE-AA22-3C93-FCA2332027B1}"/>
                </a:ext>
              </a:extLst>
            </p:cNvPr>
            <p:cNvSpPr/>
            <p:nvPr userDrawn="1"/>
          </p:nvSpPr>
          <p:spPr>
            <a:xfrm>
              <a:off x="9315220" y="5602172"/>
              <a:ext cx="25200" cy="125582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45">
              <a:extLst>
                <a:ext uri="{FF2B5EF4-FFF2-40B4-BE49-F238E27FC236}">
                  <a16:creationId xmlns:a16="http://schemas.microsoft.com/office/drawing/2014/main" id="{E54594B8-EF62-933F-69FE-8E660CE8A776}"/>
                </a:ext>
              </a:extLst>
            </p:cNvPr>
            <p:cNvSpPr/>
            <p:nvPr userDrawn="1"/>
          </p:nvSpPr>
          <p:spPr>
            <a:xfrm>
              <a:off x="9950784" y="5987082"/>
              <a:ext cx="25200" cy="870918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47">
              <a:extLst>
                <a:ext uri="{FF2B5EF4-FFF2-40B4-BE49-F238E27FC236}">
                  <a16:creationId xmlns:a16="http://schemas.microsoft.com/office/drawing/2014/main" id="{F6C7D721-70F6-7AD7-C943-FE7FBCA029F9}"/>
                </a:ext>
              </a:extLst>
            </p:cNvPr>
            <p:cNvSpPr/>
            <p:nvPr userDrawn="1"/>
          </p:nvSpPr>
          <p:spPr>
            <a:xfrm>
              <a:off x="10586348" y="6218024"/>
              <a:ext cx="25200" cy="639977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49">
              <a:extLst>
                <a:ext uri="{FF2B5EF4-FFF2-40B4-BE49-F238E27FC236}">
                  <a16:creationId xmlns:a16="http://schemas.microsoft.com/office/drawing/2014/main" id="{F26AE266-962B-41B9-9606-64043F189F9C}"/>
                </a:ext>
              </a:extLst>
            </p:cNvPr>
            <p:cNvSpPr/>
            <p:nvPr userDrawn="1"/>
          </p:nvSpPr>
          <p:spPr>
            <a:xfrm>
              <a:off x="11221912" y="5525190"/>
              <a:ext cx="25200" cy="1332810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51">
              <a:extLst>
                <a:ext uri="{FF2B5EF4-FFF2-40B4-BE49-F238E27FC236}">
                  <a16:creationId xmlns:a16="http://schemas.microsoft.com/office/drawing/2014/main" id="{D2E4A96E-EF12-025D-0D78-DE5E9899FA6E}"/>
                </a:ext>
              </a:extLst>
            </p:cNvPr>
            <p:cNvSpPr/>
            <p:nvPr userDrawn="1"/>
          </p:nvSpPr>
          <p:spPr>
            <a:xfrm>
              <a:off x="11857477" y="5910100"/>
              <a:ext cx="25200" cy="947900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C1017216-C550-97D9-B88D-918E5523D321}"/>
              </a:ext>
            </a:extLst>
          </p:cNvPr>
          <p:cNvSpPr txBox="1"/>
          <p:nvPr userDrawn="1"/>
        </p:nvSpPr>
        <p:spPr>
          <a:xfrm>
            <a:off x="10920872" y="6138370"/>
            <a:ext cx="890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BF03E32-72BD-0347-AAE1-87B13DE37447}" type="slidenum">
              <a:rPr lang="en-ID" sz="2000" b="1" u="none" strike="noStrike" smtClea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‹#›</a:t>
            </a:fld>
            <a:r>
              <a:rPr lang="en-ID" sz="2000" b="1" u="none" strike="noStrike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 </a:t>
            </a:r>
            <a:r>
              <a:rPr lang="en-ID" sz="1400" u="none" strike="noStrike">
                <a:solidFill>
                  <a:schemeClr val="bg1"/>
                </a:soli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/ 15</a:t>
            </a:r>
            <a:endParaRPr lang="en-US" sz="2000">
              <a:solidFill>
                <a:schemeClr val="bg1"/>
              </a:solidFill>
              <a:latin typeface="Play" panose="00000500000000000000" pitchFamily="2" charset="0"/>
              <a:ea typeface="Roboto Mono" pitchFamily="49" charset="0"/>
              <a:cs typeface="Space Grotesk" pitchFamily="2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9D377CE-076D-C80C-A7BA-38DFC08885AD}"/>
              </a:ext>
            </a:extLst>
          </p:cNvPr>
          <p:cNvSpPr/>
          <p:nvPr userDrawn="1"/>
        </p:nvSpPr>
        <p:spPr>
          <a:xfrm>
            <a:off x="3368799" y="3984537"/>
            <a:ext cx="5285657" cy="439362"/>
          </a:xfrm>
          <a:prstGeom prst="roundRect">
            <a:avLst>
              <a:gd name="adj" fmla="val 18112"/>
            </a:avLst>
          </a:prstGeom>
          <a:noFill/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B914A66-817E-E8D4-E30A-4254D3A3B4EA}"/>
              </a:ext>
            </a:extLst>
          </p:cNvPr>
          <p:cNvSpPr/>
          <p:nvPr userDrawn="1"/>
        </p:nvSpPr>
        <p:spPr>
          <a:xfrm>
            <a:off x="3363959" y="4686913"/>
            <a:ext cx="5340895" cy="439362"/>
          </a:xfrm>
          <a:prstGeom prst="roundRect">
            <a:avLst>
              <a:gd name="adj" fmla="val 18112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631427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ntent n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F29BCF-C1AD-D2CE-316E-E61C94A280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2375" y="1992193"/>
            <a:ext cx="9903723" cy="22939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F35E6322-336D-EE32-D30A-D2DF0148FF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448844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D3504F6-8EDE-4217-910B-79DB465C12C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5551" y="1318989"/>
            <a:ext cx="4839150" cy="4135480"/>
          </a:xfrm>
          <a:custGeom>
            <a:avLst/>
            <a:gdLst>
              <a:gd name="connsiteX0" fmla="*/ 227534 w 4839150"/>
              <a:gd name="connsiteY0" fmla="*/ 0 h 4135480"/>
              <a:gd name="connsiteX1" fmla="*/ 4611616 w 4839150"/>
              <a:gd name="connsiteY1" fmla="*/ 0 h 4135480"/>
              <a:gd name="connsiteX2" fmla="*/ 4839150 w 4839150"/>
              <a:gd name="connsiteY2" fmla="*/ 227534 h 4135480"/>
              <a:gd name="connsiteX3" fmla="*/ 4839150 w 4839150"/>
              <a:gd name="connsiteY3" fmla="*/ 3907946 h 4135480"/>
              <a:gd name="connsiteX4" fmla="*/ 4611616 w 4839150"/>
              <a:gd name="connsiteY4" fmla="*/ 4135480 h 4135480"/>
              <a:gd name="connsiteX5" fmla="*/ 227534 w 4839150"/>
              <a:gd name="connsiteY5" fmla="*/ 4135480 h 4135480"/>
              <a:gd name="connsiteX6" fmla="*/ 0 w 4839150"/>
              <a:gd name="connsiteY6" fmla="*/ 3907946 h 4135480"/>
              <a:gd name="connsiteX7" fmla="*/ 0 w 4839150"/>
              <a:gd name="connsiteY7" fmla="*/ 227534 h 4135480"/>
              <a:gd name="connsiteX8" fmla="*/ 227534 w 4839150"/>
              <a:gd name="connsiteY8" fmla="*/ 0 h 4135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39150" h="4135480">
                <a:moveTo>
                  <a:pt x="227534" y="0"/>
                </a:moveTo>
                <a:lnTo>
                  <a:pt x="4611616" y="0"/>
                </a:lnTo>
                <a:cubicBezTo>
                  <a:pt x="4737280" y="0"/>
                  <a:pt x="4839150" y="101870"/>
                  <a:pt x="4839150" y="227534"/>
                </a:cubicBezTo>
                <a:lnTo>
                  <a:pt x="4839150" y="3907946"/>
                </a:lnTo>
                <a:cubicBezTo>
                  <a:pt x="4839150" y="4033610"/>
                  <a:pt x="4737280" y="4135480"/>
                  <a:pt x="4611616" y="4135480"/>
                </a:cubicBezTo>
                <a:lnTo>
                  <a:pt x="227534" y="4135480"/>
                </a:lnTo>
                <a:cubicBezTo>
                  <a:pt x="101870" y="4135480"/>
                  <a:pt x="0" y="4033610"/>
                  <a:pt x="0" y="3907946"/>
                </a:cubicBezTo>
                <a:lnTo>
                  <a:pt x="0" y="227534"/>
                </a:lnTo>
                <a:cubicBezTo>
                  <a:pt x="0" y="101870"/>
                  <a:pt x="101870" y="0"/>
                  <a:pt x="22753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38C8C8C-12B2-84CA-7E5C-A63436970E68}"/>
              </a:ext>
            </a:extLst>
          </p:cNvPr>
          <p:cNvGrpSpPr/>
          <p:nvPr userDrawn="1"/>
        </p:nvGrpSpPr>
        <p:grpSpPr>
          <a:xfrm>
            <a:off x="309324" y="3273040"/>
            <a:ext cx="11573353" cy="3587612"/>
            <a:chOff x="309324" y="4684536"/>
            <a:chExt cx="11573353" cy="2176115"/>
          </a:xfrm>
        </p:grpSpPr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96DC8660-A7DE-1797-BE09-59F4B41787E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4684536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DFD2CC6-ABAF-AA2D-F7E1-8D0B077927A0}"/>
                </a:ext>
              </a:extLst>
            </p:cNvPr>
            <p:cNvSpPr/>
            <p:nvPr userDrawn="1"/>
          </p:nvSpPr>
          <p:spPr>
            <a:xfrm>
              <a:off x="3523144" y="5140280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947E7BD-ACB1-0440-7E22-7D25FF3147C8}"/>
                </a:ext>
              </a:extLst>
            </p:cNvPr>
            <p:cNvSpPr/>
            <p:nvPr userDrawn="1"/>
          </p:nvSpPr>
          <p:spPr>
            <a:xfrm>
              <a:off x="6101400" y="5294244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ED00A4-3B8D-D2D8-765A-61E83952DE04}"/>
                </a:ext>
              </a:extLst>
            </p:cNvPr>
            <p:cNvSpPr/>
            <p:nvPr userDrawn="1"/>
          </p:nvSpPr>
          <p:spPr>
            <a:xfrm>
              <a:off x="309324" y="5063298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16">
              <a:extLst>
                <a:ext uri="{FF2B5EF4-FFF2-40B4-BE49-F238E27FC236}">
                  <a16:creationId xmlns:a16="http://schemas.microsoft.com/office/drawing/2014/main" id="{0B20CAFD-D254-C0B8-D7DC-534A91BFFD2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4937044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17">
              <a:extLst>
                <a:ext uri="{FF2B5EF4-FFF2-40B4-BE49-F238E27FC236}">
                  <a16:creationId xmlns:a16="http://schemas.microsoft.com/office/drawing/2014/main" id="{DDDF5807-8008-69AC-E580-88DA4260698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4810790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813F47A-9EFC-F6A2-79CB-41C1A1021565}"/>
                </a:ext>
              </a:extLst>
            </p:cNvPr>
            <p:cNvSpPr/>
            <p:nvPr userDrawn="1"/>
          </p:nvSpPr>
          <p:spPr>
            <a:xfrm>
              <a:off x="7372528" y="5217262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28">
              <a:extLst>
                <a:ext uri="{FF2B5EF4-FFF2-40B4-BE49-F238E27FC236}">
                  <a16:creationId xmlns:a16="http://schemas.microsoft.com/office/drawing/2014/main" id="{3A865A4E-CF0C-5569-D028-08E6FEAC0A10}"/>
                </a:ext>
              </a:extLst>
            </p:cNvPr>
            <p:cNvSpPr/>
            <p:nvPr userDrawn="1"/>
          </p:nvSpPr>
          <p:spPr>
            <a:xfrm>
              <a:off x="944888" y="5679154"/>
              <a:ext cx="25200" cy="1178846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08974E83-35A0-36F5-DD04-58A06D1EF717}"/>
                </a:ext>
              </a:extLst>
            </p:cNvPr>
            <p:cNvSpPr/>
            <p:nvPr userDrawn="1"/>
          </p:nvSpPr>
          <p:spPr>
            <a:xfrm>
              <a:off x="2252016" y="6064064"/>
              <a:ext cx="25200" cy="793936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BBD9B486-F2F2-FE0B-686E-185D79C21C4B}"/>
                </a:ext>
              </a:extLst>
            </p:cNvPr>
            <p:cNvSpPr/>
            <p:nvPr userDrawn="1"/>
          </p:nvSpPr>
          <p:spPr>
            <a:xfrm>
              <a:off x="2887580" y="5833118"/>
              <a:ext cx="25200" cy="1024882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35">
              <a:extLst>
                <a:ext uri="{FF2B5EF4-FFF2-40B4-BE49-F238E27FC236}">
                  <a16:creationId xmlns:a16="http://schemas.microsoft.com/office/drawing/2014/main" id="{6429BF05-D74D-6B3C-F32D-B4615ECAA97A}"/>
                </a:ext>
              </a:extLst>
            </p:cNvPr>
            <p:cNvSpPr/>
            <p:nvPr userDrawn="1"/>
          </p:nvSpPr>
          <p:spPr>
            <a:xfrm>
              <a:off x="4158708" y="5371226"/>
              <a:ext cx="25200" cy="1486774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1EA0C857-9D0C-94F3-011B-99C1B99ACE70}"/>
                </a:ext>
              </a:extLst>
            </p:cNvPr>
            <p:cNvSpPr/>
            <p:nvPr userDrawn="1"/>
          </p:nvSpPr>
          <p:spPr>
            <a:xfrm>
              <a:off x="4794272" y="5448208"/>
              <a:ext cx="25200" cy="1409792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39">
              <a:extLst>
                <a:ext uri="{FF2B5EF4-FFF2-40B4-BE49-F238E27FC236}">
                  <a16:creationId xmlns:a16="http://schemas.microsoft.com/office/drawing/2014/main" id="{93E58E94-F84D-BB6F-D852-388C5C7B87C6}"/>
                </a:ext>
              </a:extLst>
            </p:cNvPr>
            <p:cNvSpPr/>
            <p:nvPr userDrawn="1"/>
          </p:nvSpPr>
          <p:spPr>
            <a:xfrm>
              <a:off x="6736964" y="6141046"/>
              <a:ext cx="25200" cy="716954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1">
              <a:extLst>
                <a:ext uri="{FF2B5EF4-FFF2-40B4-BE49-F238E27FC236}">
                  <a16:creationId xmlns:a16="http://schemas.microsoft.com/office/drawing/2014/main" id="{56119E96-F459-D357-0490-F694081D9E5B}"/>
                </a:ext>
              </a:extLst>
            </p:cNvPr>
            <p:cNvSpPr/>
            <p:nvPr userDrawn="1"/>
          </p:nvSpPr>
          <p:spPr>
            <a:xfrm>
              <a:off x="8008092" y="5756136"/>
              <a:ext cx="25200" cy="1101864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0A9E32C8-9771-0891-BD42-B70B2AAE4227}"/>
                </a:ext>
              </a:extLst>
            </p:cNvPr>
            <p:cNvSpPr/>
            <p:nvPr userDrawn="1"/>
          </p:nvSpPr>
          <p:spPr>
            <a:xfrm>
              <a:off x="9315220" y="5602172"/>
              <a:ext cx="25200" cy="125582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45">
              <a:extLst>
                <a:ext uri="{FF2B5EF4-FFF2-40B4-BE49-F238E27FC236}">
                  <a16:creationId xmlns:a16="http://schemas.microsoft.com/office/drawing/2014/main" id="{F9046FD4-E7A0-D8EE-C362-8D6082B8773A}"/>
                </a:ext>
              </a:extLst>
            </p:cNvPr>
            <p:cNvSpPr/>
            <p:nvPr userDrawn="1"/>
          </p:nvSpPr>
          <p:spPr>
            <a:xfrm>
              <a:off x="9950784" y="5987082"/>
              <a:ext cx="25200" cy="870918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47">
              <a:extLst>
                <a:ext uri="{FF2B5EF4-FFF2-40B4-BE49-F238E27FC236}">
                  <a16:creationId xmlns:a16="http://schemas.microsoft.com/office/drawing/2014/main" id="{7DB82F58-F94B-228E-E7B3-51747140793A}"/>
                </a:ext>
              </a:extLst>
            </p:cNvPr>
            <p:cNvSpPr/>
            <p:nvPr userDrawn="1"/>
          </p:nvSpPr>
          <p:spPr>
            <a:xfrm>
              <a:off x="10586348" y="6218024"/>
              <a:ext cx="25200" cy="639977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49">
              <a:extLst>
                <a:ext uri="{FF2B5EF4-FFF2-40B4-BE49-F238E27FC236}">
                  <a16:creationId xmlns:a16="http://schemas.microsoft.com/office/drawing/2014/main" id="{872E35BC-8AAA-135F-FAE7-AB5EDE0679FE}"/>
                </a:ext>
              </a:extLst>
            </p:cNvPr>
            <p:cNvSpPr/>
            <p:nvPr userDrawn="1"/>
          </p:nvSpPr>
          <p:spPr>
            <a:xfrm>
              <a:off x="11221912" y="5525190"/>
              <a:ext cx="25200" cy="1332810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51">
              <a:extLst>
                <a:ext uri="{FF2B5EF4-FFF2-40B4-BE49-F238E27FC236}">
                  <a16:creationId xmlns:a16="http://schemas.microsoft.com/office/drawing/2014/main" id="{3B74F4D4-163D-AD15-D39A-35B8634EA5D8}"/>
                </a:ext>
              </a:extLst>
            </p:cNvPr>
            <p:cNvSpPr/>
            <p:nvPr userDrawn="1"/>
          </p:nvSpPr>
          <p:spPr>
            <a:xfrm>
              <a:off x="11857477" y="5910100"/>
              <a:ext cx="25200" cy="947900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C18B3CF-DAA6-BF31-CA98-DD032E6C3A56}"/>
              </a:ext>
            </a:extLst>
          </p:cNvPr>
          <p:cNvSpPr txBox="1"/>
          <p:nvPr userDrawn="1"/>
        </p:nvSpPr>
        <p:spPr>
          <a:xfrm>
            <a:off x="10920872" y="6138370"/>
            <a:ext cx="890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BF03E32-72BD-0347-AAE1-87B13DE37447}" type="slidenum">
              <a:rPr lang="en-ID" sz="2000" b="1" u="none" strike="noStrike" smtClea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‹#›</a:t>
            </a:fld>
            <a:r>
              <a:rPr lang="en-ID" sz="2000" b="1" u="none" strike="noStrike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 </a:t>
            </a:r>
            <a:r>
              <a:rPr lang="en-ID" sz="1400" u="none" strike="noStrike">
                <a:solidFill>
                  <a:schemeClr val="bg1"/>
                </a:soli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/ 15</a:t>
            </a:r>
            <a:endParaRPr lang="en-US" sz="2000">
              <a:solidFill>
                <a:schemeClr val="bg1"/>
              </a:solidFill>
              <a:latin typeface="Play" panose="00000500000000000000" pitchFamily="2" charset="0"/>
              <a:ea typeface="Roboto Mono" pitchFamily="49" charset="0"/>
              <a:cs typeface="Space Grotesk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4E4FC-5965-0866-ABE5-FCF5ACA99B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itle 7">
            <a:extLst>
              <a:ext uri="{FF2B5EF4-FFF2-40B4-BE49-F238E27FC236}">
                <a16:creationId xmlns:a16="http://schemas.microsoft.com/office/drawing/2014/main" id="{0E4913D5-50CF-76F6-2AB4-8F894A7B27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845294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6415C6E-8030-42E1-941C-DEE0BB5F3CA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690581" y="1315633"/>
            <a:ext cx="3621729" cy="1913587"/>
          </a:xfrm>
          <a:prstGeom prst="roundRect">
            <a:avLst>
              <a:gd name="adj" fmla="val 9474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AA23D2D-A44A-42C2-8E26-B80B40E85F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90581" y="3579174"/>
            <a:ext cx="3621729" cy="1913587"/>
          </a:xfrm>
          <a:prstGeom prst="roundRect">
            <a:avLst>
              <a:gd name="adj" fmla="val 10284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95162-40C1-C894-1E34-62B2690F2B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72C930D0-80DD-075B-7012-F7DC648641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449852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0507F67-E976-446F-AF7B-7FF42BABE20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26611" y="1701364"/>
            <a:ext cx="1350350" cy="1350350"/>
          </a:xfrm>
          <a:custGeom>
            <a:avLst/>
            <a:gdLst>
              <a:gd name="connsiteX0" fmla="*/ 225063 w 1350350"/>
              <a:gd name="connsiteY0" fmla="*/ 0 h 1350350"/>
              <a:gd name="connsiteX1" fmla="*/ 1125287 w 1350350"/>
              <a:gd name="connsiteY1" fmla="*/ 0 h 1350350"/>
              <a:gd name="connsiteX2" fmla="*/ 1350350 w 1350350"/>
              <a:gd name="connsiteY2" fmla="*/ 225063 h 1350350"/>
              <a:gd name="connsiteX3" fmla="*/ 1350350 w 1350350"/>
              <a:gd name="connsiteY3" fmla="*/ 1125287 h 1350350"/>
              <a:gd name="connsiteX4" fmla="*/ 1284431 w 1350350"/>
              <a:gd name="connsiteY4" fmla="*/ 1284431 h 1350350"/>
              <a:gd name="connsiteX5" fmla="*/ 1277564 w 1350350"/>
              <a:gd name="connsiteY5" fmla="*/ 1290096 h 1350350"/>
              <a:gd name="connsiteX6" fmla="*/ 1277564 w 1350350"/>
              <a:gd name="connsiteY6" fmla="*/ 1297424 h 1350350"/>
              <a:gd name="connsiteX7" fmla="*/ 1268683 w 1350350"/>
              <a:gd name="connsiteY7" fmla="*/ 1297424 h 1350350"/>
              <a:gd name="connsiteX8" fmla="*/ 1251122 w 1350350"/>
              <a:gd name="connsiteY8" fmla="*/ 1311913 h 1350350"/>
              <a:gd name="connsiteX9" fmla="*/ 1125287 w 1350350"/>
              <a:gd name="connsiteY9" fmla="*/ 1350350 h 1350350"/>
              <a:gd name="connsiteX10" fmla="*/ 225063 w 1350350"/>
              <a:gd name="connsiteY10" fmla="*/ 1350350 h 1350350"/>
              <a:gd name="connsiteX11" fmla="*/ 0 w 1350350"/>
              <a:gd name="connsiteY11" fmla="*/ 1125287 h 1350350"/>
              <a:gd name="connsiteX12" fmla="*/ 0 w 1350350"/>
              <a:gd name="connsiteY12" fmla="*/ 225063 h 1350350"/>
              <a:gd name="connsiteX13" fmla="*/ 225063 w 1350350"/>
              <a:gd name="connsiteY13" fmla="*/ 0 h 1350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350350" h="1350350">
                <a:moveTo>
                  <a:pt x="225063" y="0"/>
                </a:moveTo>
                <a:lnTo>
                  <a:pt x="1125287" y="0"/>
                </a:lnTo>
                <a:cubicBezTo>
                  <a:pt x="1249586" y="0"/>
                  <a:pt x="1350350" y="100764"/>
                  <a:pt x="1350350" y="225063"/>
                </a:cubicBezTo>
                <a:lnTo>
                  <a:pt x="1350350" y="1125287"/>
                </a:lnTo>
                <a:cubicBezTo>
                  <a:pt x="1350350" y="1187437"/>
                  <a:pt x="1325159" y="1243702"/>
                  <a:pt x="1284431" y="1284431"/>
                </a:cubicBezTo>
                <a:lnTo>
                  <a:pt x="1277564" y="1290096"/>
                </a:lnTo>
                <a:lnTo>
                  <a:pt x="1277564" y="1297424"/>
                </a:lnTo>
                <a:lnTo>
                  <a:pt x="1268683" y="1297424"/>
                </a:lnTo>
                <a:lnTo>
                  <a:pt x="1251122" y="1311913"/>
                </a:lnTo>
                <a:cubicBezTo>
                  <a:pt x="1215202" y="1336180"/>
                  <a:pt x="1171899" y="1350350"/>
                  <a:pt x="1125287" y="1350350"/>
                </a:cubicBezTo>
                <a:lnTo>
                  <a:pt x="225063" y="1350350"/>
                </a:lnTo>
                <a:cubicBezTo>
                  <a:pt x="100764" y="1350350"/>
                  <a:pt x="0" y="1249586"/>
                  <a:pt x="0" y="1125287"/>
                </a:cubicBezTo>
                <a:lnTo>
                  <a:pt x="0" y="225063"/>
                </a:lnTo>
                <a:cubicBezTo>
                  <a:pt x="0" y="100764"/>
                  <a:pt x="100764" y="0"/>
                  <a:pt x="225063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FC727B8-D6D9-43EF-8679-D00E9D67899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25831" y="3825875"/>
            <a:ext cx="1350962" cy="1350963"/>
          </a:xfrm>
          <a:custGeom>
            <a:avLst/>
            <a:gdLst>
              <a:gd name="connsiteX0" fmla="*/ 225165 w 1350962"/>
              <a:gd name="connsiteY0" fmla="*/ 0 h 1350963"/>
              <a:gd name="connsiteX1" fmla="*/ 1125797 w 1350962"/>
              <a:gd name="connsiteY1" fmla="*/ 0 h 1350963"/>
              <a:gd name="connsiteX2" fmla="*/ 1350962 w 1350962"/>
              <a:gd name="connsiteY2" fmla="*/ 225165 h 1350963"/>
              <a:gd name="connsiteX3" fmla="*/ 1350962 w 1350962"/>
              <a:gd name="connsiteY3" fmla="*/ 1125798 h 1350963"/>
              <a:gd name="connsiteX4" fmla="*/ 1125797 w 1350962"/>
              <a:gd name="connsiteY4" fmla="*/ 1350963 h 1350963"/>
              <a:gd name="connsiteX5" fmla="*/ 225165 w 1350962"/>
              <a:gd name="connsiteY5" fmla="*/ 1350963 h 1350963"/>
              <a:gd name="connsiteX6" fmla="*/ 0 w 1350962"/>
              <a:gd name="connsiteY6" fmla="*/ 1125798 h 1350963"/>
              <a:gd name="connsiteX7" fmla="*/ 0 w 1350962"/>
              <a:gd name="connsiteY7" fmla="*/ 225165 h 1350963"/>
              <a:gd name="connsiteX8" fmla="*/ 225165 w 1350962"/>
              <a:gd name="connsiteY8" fmla="*/ 0 h 1350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50962" h="1350963">
                <a:moveTo>
                  <a:pt x="225165" y="0"/>
                </a:moveTo>
                <a:lnTo>
                  <a:pt x="1125797" y="0"/>
                </a:lnTo>
                <a:cubicBezTo>
                  <a:pt x="1250152" y="0"/>
                  <a:pt x="1350962" y="100810"/>
                  <a:pt x="1350962" y="225165"/>
                </a:cubicBezTo>
                <a:lnTo>
                  <a:pt x="1350962" y="1125798"/>
                </a:lnTo>
                <a:cubicBezTo>
                  <a:pt x="1350962" y="1250153"/>
                  <a:pt x="1250152" y="1350963"/>
                  <a:pt x="1125797" y="1350963"/>
                </a:cubicBezTo>
                <a:lnTo>
                  <a:pt x="225165" y="1350963"/>
                </a:lnTo>
                <a:cubicBezTo>
                  <a:pt x="100810" y="1350963"/>
                  <a:pt x="0" y="1250153"/>
                  <a:pt x="0" y="1125798"/>
                </a:cubicBezTo>
                <a:lnTo>
                  <a:pt x="0" y="225165"/>
                </a:lnTo>
                <a:cubicBezTo>
                  <a:pt x="0" y="100810"/>
                  <a:pt x="100810" y="0"/>
                  <a:pt x="22516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28A7B-8F36-BCD5-EB88-CE71FB1385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56362" y="1361260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4C924AE6-77D0-6A32-BB61-3F1F1063A6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276149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DB7A24C-836B-4BC6-AF17-D2217E1018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08700" y="1161143"/>
            <a:ext cx="4296227" cy="2148114"/>
          </a:xfrm>
          <a:prstGeom prst="roundRect">
            <a:avLst>
              <a:gd name="adj" fmla="val 10459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1E15E2F-DD7E-43EF-993D-B2BC10E2348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83801" y="3520352"/>
            <a:ext cx="2425261" cy="2039257"/>
          </a:xfrm>
          <a:prstGeom prst="roundRect">
            <a:avLst>
              <a:gd name="adj" fmla="val 11529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E443B165-ECAF-619E-A68C-F32C4416CE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4DFE7-A742-D8FD-6DBB-EB753C5CEE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8909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B42BF0C-4D46-4604-9634-5A701BE30F3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31478" y="685800"/>
            <a:ext cx="4550922" cy="4550922"/>
          </a:xfrm>
          <a:custGeom>
            <a:avLst/>
            <a:gdLst>
              <a:gd name="connsiteX0" fmla="*/ 2275461 w 4550922"/>
              <a:gd name="connsiteY0" fmla="*/ 0 h 4550922"/>
              <a:gd name="connsiteX1" fmla="*/ 4550922 w 4550922"/>
              <a:gd name="connsiteY1" fmla="*/ 2275461 h 4550922"/>
              <a:gd name="connsiteX2" fmla="*/ 2275461 w 4550922"/>
              <a:gd name="connsiteY2" fmla="*/ 4550922 h 4550922"/>
              <a:gd name="connsiteX3" fmla="*/ 0 w 4550922"/>
              <a:gd name="connsiteY3" fmla="*/ 2275461 h 4550922"/>
              <a:gd name="connsiteX4" fmla="*/ 2275461 w 4550922"/>
              <a:gd name="connsiteY4" fmla="*/ 0 h 4550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0922" h="4550922">
                <a:moveTo>
                  <a:pt x="2275461" y="0"/>
                </a:moveTo>
                <a:cubicBezTo>
                  <a:pt x="3532163" y="0"/>
                  <a:pt x="4550922" y="1018759"/>
                  <a:pt x="4550922" y="2275461"/>
                </a:cubicBezTo>
                <a:cubicBezTo>
                  <a:pt x="4550922" y="3532163"/>
                  <a:pt x="3532163" y="4550922"/>
                  <a:pt x="2275461" y="4550922"/>
                </a:cubicBezTo>
                <a:cubicBezTo>
                  <a:pt x="1018759" y="4550922"/>
                  <a:pt x="0" y="3532163"/>
                  <a:pt x="0" y="2275461"/>
                </a:cubicBezTo>
                <a:cubicBezTo>
                  <a:pt x="0" y="1018759"/>
                  <a:pt x="1018759" y="0"/>
                  <a:pt x="227546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446F88AC-274B-4591-9A09-57A165368FD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63338" y="3733589"/>
            <a:ext cx="1940794" cy="1940794"/>
          </a:xfrm>
          <a:custGeom>
            <a:avLst/>
            <a:gdLst>
              <a:gd name="connsiteX0" fmla="*/ 970397 w 1940794"/>
              <a:gd name="connsiteY0" fmla="*/ 0 h 1940794"/>
              <a:gd name="connsiteX1" fmla="*/ 1940794 w 1940794"/>
              <a:gd name="connsiteY1" fmla="*/ 970397 h 1940794"/>
              <a:gd name="connsiteX2" fmla="*/ 970397 w 1940794"/>
              <a:gd name="connsiteY2" fmla="*/ 1940794 h 1940794"/>
              <a:gd name="connsiteX3" fmla="*/ 0 w 1940794"/>
              <a:gd name="connsiteY3" fmla="*/ 970397 h 1940794"/>
              <a:gd name="connsiteX4" fmla="*/ 970397 w 1940794"/>
              <a:gd name="connsiteY4" fmla="*/ 0 h 1940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0794" h="1940794">
                <a:moveTo>
                  <a:pt x="970397" y="0"/>
                </a:moveTo>
                <a:cubicBezTo>
                  <a:pt x="1506332" y="0"/>
                  <a:pt x="1940794" y="434462"/>
                  <a:pt x="1940794" y="970397"/>
                </a:cubicBezTo>
                <a:cubicBezTo>
                  <a:pt x="1940794" y="1506332"/>
                  <a:pt x="1506332" y="1940794"/>
                  <a:pt x="970397" y="1940794"/>
                </a:cubicBezTo>
                <a:cubicBezTo>
                  <a:pt x="434462" y="1940794"/>
                  <a:pt x="0" y="1506332"/>
                  <a:pt x="0" y="970397"/>
                </a:cubicBezTo>
                <a:cubicBezTo>
                  <a:pt x="0" y="434462"/>
                  <a:pt x="434462" y="0"/>
                  <a:pt x="97039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6815D-2F29-945D-3464-0CC04A4BDD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1978" y="1224098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F076F1D8-FF55-2842-0A94-7A7293905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76985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5C34F55-096A-47D1-9CBD-49682C8670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270352"/>
            <a:ext cx="5721530" cy="2105638"/>
          </a:xfrm>
          <a:custGeom>
            <a:avLst/>
            <a:gdLst>
              <a:gd name="connsiteX0" fmla="*/ 0 w 5721530"/>
              <a:gd name="connsiteY0" fmla="*/ 0 h 2105638"/>
              <a:gd name="connsiteX1" fmla="*/ 5478539 w 5721530"/>
              <a:gd name="connsiteY1" fmla="*/ 0 h 2105638"/>
              <a:gd name="connsiteX2" fmla="*/ 5721530 w 5721530"/>
              <a:gd name="connsiteY2" fmla="*/ 242991 h 2105638"/>
              <a:gd name="connsiteX3" fmla="*/ 5721530 w 5721530"/>
              <a:gd name="connsiteY3" fmla="*/ 1862647 h 2105638"/>
              <a:gd name="connsiteX4" fmla="*/ 5478539 w 5721530"/>
              <a:gd name="connsiteY4" fmla="*/ 2105638 h 2105638"/>
              <a:gd name="connsiteX5" fmla="*/ 0 w 5721530"/>
              <a:gd name="connsiteY5" fmla="*/ 2105638 h 2105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21530" h="2105638">
                <a:moveTo>
                  <a:pt x="0" y="0"/>
                </a:moveTo>
                <a:lnTo>
                  <a:pt x="5478539" y="0"/>
                </a:lnTo>
                <a:cubicBezTo>
                  <a:pt x="5612739" y="0"/>
                  <a:pt x="5721530" y="108791"/>
                  <a:pt x="5721530" y="242991"/>
                </a:cubicBezTo>
                <a:lnTo>
                  <a:pt x="5721530" y="1862647"/>
                </a:lnTo>
                <a:cubicBezTo>
                  <a:pt x="5721530" y="1996847"/>
                  <a:pt x="5612739" y="2105638"/>
                  <a:pt x="5478539" y="2105638"/>
                </a:cubicBezTo>
                <a:lnTo>
                  <a:pt x="0" y="21056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3749E3C4-AE15-4B36-8062-0ECAE1FF70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3569810"/>
            <a:ext cx="3189449" cy="2105638"/>
          </a:xfrm>
          <a:custGeom>
            <a:avLst/>
            <a:gdLst>
              <a:gd name="connsiteX0" fmla="*/ 0 w 3189449"/>
              <a:gd name="connsiteY0" fmla="*/ 0 h 2105638"/>
              <a:gd name="connsiteX1" fmla="*/ 2946458 w 3189449"/>
              <a:gd name="connsiteY1" fmla="*/ 0 h 2105638"/>
              <a:gd name="connsiteX2" fmla="*/ 3189449 w 3189449"/>
              <a:gd name="connsiteY2" fmla="*/ 242991 h 2105638"/>
              <a:gd name="connsiteX3" fmla="*/ 3189449 w 3189449"/>
              <a:gd name="connsiteY3" fmla="*/ 1862647 h 2105638"/>
              <a:gd name="connsiteX4" fmla="*/ 2946458 w 3189449"/>
              <a:gd name="connsiteY4" fmla="*/ 2105638 h 2105638"/>
              <a:gd name="connsiteX5" fmla="*/ 0 w 3189449"/>
              <a:gd name="connsiteY5" fmla="*/ 2105638 h 2105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9449" h="2105638">
                <a:moveTo>
                  <a:pt x="0" y="0"/>
                </a:moveTo>
                <a:lnTo>
                  <a:pt x="2946458" y="0"/>
                </a:lnTo>
                <a:cubicBezTo>
                  <a:pt x="3080658" y="0"/>
                  <a:pt x="3189449" y="108791"/>
                  <a:pt x="3189449" y="242991"/>
                </a:cubicBezTo>
                <a:lnTo>
                  <a:pt x="3189449" y="1862647"/>
                </a:lnTo>
                <a:cubicBezTo>
                  <a:pt x="3189449" y="1996847"/>
                  <a:pt x="3080658" y="2105638"/>
                  <a:pt x="2946458" y="2105638"/>
                </a:cubicBezTo>
                <a:lnTo>
                  <a:pt x="0" y="21056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98A8C-A243-F1B0-CF7C-A8504A15F5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96052890-F062-A301-BC29-834B47D13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2578147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03078D-59A7-4935-A19F-637387C8D5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657600"/>
          </a:xfrm>
          <a:custGeom>
            <a:avLst/>
            <a:gdLst>
              <a:gd name="connsiteX0" fmla="*/ 0 w 12192000"/>
              <a:gd name="connsiteY0" fmla="*/ 0 h 3657600"/>
              <a:gd name="connsiteX1" fmla="*/ 12192000 w 12192000"/>
              <a:gd name="connsiteY1" fmla="*/ 0 h 3657600"/>
              <a:gd name="connsiteX2" fmla="*/ 12192000 w 12192000"/>
              <a:gd name="connsiteY2" fmla="*/ 3178875 h 3657600"/>
              <a:gd name="connsiteX3" fmla="*/ 11713275 w 12192000"/>
              <a:gd name="connsiteY3" fmla="*/ 3657600 h 3657600"/>
              <a:gd name="connsiteX4" fmla="*/ 478725 w 12192000"/>
              <a:gd name="connsiteY4" fmla="*/ 3657600 h 3657600"/>
              <a:gd name="connsiteX5" fmla="*/ 0 w 12192000"/>
              <a:gd name="connsiteY5" fmla="*/ 3178875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3657600">
                <a:moveTo>
                  <a:pt x="0" y="0"/>
                </a:moveTo>
                <a:lnTo>
                  <a:pt x="12192000" y="0"/>
                </a:lnTo>
                <a:lnTo>
                  <a:pt x="12192000" y="3178875"/>
                </a:lnTo>
                <a:cubicBezTo>
                  <a:pt x="12192000" y="3443268"/>
                  <a:pt x="11977668" y="3657600"/>
                  <a:pt x="11713275" y="3657600"/>
                </a:cubicBezTo>
                <a:lnTo>
                  <a:pt x="478725" y="3657600"/>
                </a:lnTo>
                <a:cubicBezTo>
                  <a:pt x="214332" y="3657600"/>
                  <a:pt x="0" y="3443268"/>
                  <a:pt x="0" y="3178875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9E57461-E555-4DB4-AFAF-C292005EB92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85257" y="2529349"/>
            <a:ext cx="3918857" cy="2133600"/>
          </a:xfrm>
          <a:custGeom>
            <a:avLst/>
            <a:gdLst>
              <a:gd name="connsiteX0" fmla="*/ 355607 w 3918857"/>
              <a:gd name="connsiteY0" fmla="*/ 0 h 2133600"/>
              <a:gd name="connsiteX1" fmla="*/ 3563250 w 3918857"/>
              <a:gd name="connsiteY1" fmla="*/ 0 h 2133600"/>
              <a:gd name="connsiteX2" fmla="*/ 3918857 w 3918857"/>
              <a:gd name="connsiteY2" fmla="*/ 355607 h 2133600"/>
              <a:gd name="connsiteX3" fmla="*/ 3918857 w 3918857"/>
              <a:gd name="connsiteY3" fmla="*/ 1777993 h 2133600"/>
              <a:gd name="connsiteX4" fmla="*/ 3563250 w 3918857"/>
              <a:gd name="connsiteY4" fmla="*/ 2133600 h 2133600"/>
              <a:gd name="connsiteX5" fmla="*/ 355607 w 3918857"/>
              <a:gd name="connsiteY5" fmla="*/ 2133600 h 2133600"/>
              <a:gd name="connsiteX6" fmla="*/ 0 w 3918857"/>
              <a:gd name="connsiteY6" fmla="*/ 1777993 h 2133600"/>
              <a:gd name="connsiteX7" fmla="*/ 0 w 3918857"/>
              <a:gd name="connsiteY7" fmla="*/ 355607 h 2133600"/>
              <a:gd name="connsiteX8" fmla="*/ 355607 w 3918857"/>
              <a:gd name="connsiteY8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18857" h="2133600">
                <a:moveTo>
                  <a:pt x="355607" y="0"/>
                </a:moveTo>
                <a:lnTo>
                  <a:pt x="3563250" y="0"/>
                </a:lnTo>
                <a:cubicBezTo>
                  <a:pt x="3759646" y="0"/>
                  <a:pt x="3918857" y="159211"/>
                  <a:pt x="3918857" y="355607"/>
                </a:cubicBezTo>
                <a:lnTo>
                  <a:pt x="3918857" y="1777993"/>
                </a:lnTo>
                <a:cubicBezTo>
                  <a:pt x="3918857" y="1974389"/>
                  <a:pt x="3759646" y="2133600"/>
                  <a:pt x="3563250" y="2133600"/>
                </a:cubicBezTo>
                <a:lnTo>
                  <a:pt x="355607" y="2133600"/>
                </a:lnTo>
                <a:cubicBezTo>
                  <a:pt x="159211" y="2133600"/>
                  <a:pt x="0" y="1974389"/>
                  <a:pt x="0" y="1777993"/>
                </a:cubicBezTo>
                <a:lnTo>
                  <a:pt x="0" y="355607"/>
                </a:lnTo>
                <a:cubicBezTo>
                  <a:pt x="0" y="159211"/>
                  <a:pt x="159211" y="0"/>
                  <a:pt x="3556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6CCAC54-BB23-4C64-A868-B190C66730A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49572" y="2529349"/>
            <a:ext cx="3918857" cy="2133600"/>
          </a:xfrm>
          <a:custGeom>
            <a:avLst/>
            <a:gdLst>
              <a:gd name="connsiteX0" fmla="*/ 355607 w 3918857"/>
              <a:gd name="connsiteY0" fmla="*/ 0 h 2133600"/>
              <a:gd name="connsiteX1" fmla="*/ 3563250 w 3918857"/>
              <a:gd name="connsiteY1" fmla="*/ 0 h 2133600"/>
              <a:gd name="connsiteX2" fmla="*/ 3918857 w 3918857"/>
              <a:gd name="connsiteY2" fmla="*/ 355607 h 2133600"/>
              <a:gd name="connsiteX3" fmla="*/ 3918857 w 3918857"/>
              <a:gd name="connsiteY3" fmla="*/ 1777993 h 2133600"/>
              <a:gd name="connsiteX4" fmla="*/ 3563250 w 3918857"/>
              <a:gd name="connsiteY4" fmla="*/ 2133600 h 2133600"/>
              <a:gd name="connsiteX5" fmla="*/ 355607 w 3918857"/>
              <a:gd name="connsiteY5" fmla="*/ 2133600 h 2133600"/>
              <a:gd name="connsiteX6" fmla="*/ 0 w 3918857"/>
              <a:gd name="connsiteY6" fmla="*/ 1777993 h 2133600"/>
              <a:gd name="connsiteX7" fmla="*/ 0 w 3918857"/>
              <a:gd name="connsiteY7" fmla="*/ 355607 h 2133600"/>
              <a:gd name="connsiteX8" fmla="*/ 355607 w 3918857"/>
              <a:gd name="connsiteY8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18857" h="2133600">
                <a:moveTo>
                  <a:pt x="355607" y="0"/>
                </a:moveTo>
                <a:lnTo>
                  <a:pt x="3563250" y="0"/>
                </a:lnTo>
                <a:cubicBezTo>
                  <a:pt x="3759646" y="0"/>
                  <a:pt x="3918857" y="159211"/>
                  <a:pt x="3918857" y="355607"/>
                </a:cubicBezTo>
                <a:lnTo>
                  <a:pt x="3918857" y="1777993"/>
                </a:lnTo>
                <a:cubicBezTo>
                  <a:pt x="3918857" y="1974389"/>
                  <a:pt x="3759646" y="2133600"/>
                  <a:pt x="3563250" y="2133600"/>
                </a:cubicBezTo>
                <a:lnTo>
                  <a:pt x="355607" y="2133600"/>
                </a:lnTo>
                <a:cubicBezTo>
                  <a:pt x="159211" y="2133600"/>
                  <a:pt x="0" y="1974389"/>
                  <a:pt x="0" y="1777993"/>
                </a:cubicBezTo>
                <a:lnTo>
                  <a:pt x="0" y="355607"/>
                </a:lnTo>
                <a:cubicBezTo>
                  <a:pt x="0" y="159211"/>
                  <a:pt x="159211" y="0"/>
                  <a:pt x="3556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409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FB9C39B-02F3-4BBE-8840-6427287ABFE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905618" y="1293962"/>
            <a:ext cx="3515830" cy="5564038"/>
          </a:xfrm>
          <a:custGeom>
            <a:avLst/>
            <a:gdLst>
              <a:gd name="connsiteX0" fmla="*/ 271352 w 3515830"/>
              <a:gd name="connsiteY0" fmla="*/ 0 h 6165850"/>
              <a:gd name="connsiteX1" fmla="*/ 3244478 w 3515830"/>
              <a:gd name="connsiteY1" fmla="*/ 0 h 6165850"/>
              <a:gd name="connsiteX2" fmla="*/ 3515830 w 3515830"/>
              <a:gd name="connsiteY2" fmla="*/ 271352 h 6165850"/>
              <a:gd name="connsiteX3" fmla="*/ 3515830 w 3515830"/>
              <a:gd name="connsiteY3" fmla="*/ 6165850 h 6165850"/>
              <a:gd name="connsiteX4" fmla="*/ 0 w 3515830"/>
              <a:gd name="connsiteY4" fmla="*/ 6165850 h 6165850"/>
              <a:gd name="connsiteX5" fmla="*/ 0 w 3515830"/>
              <a:gd name="connsiteY5" fmla="*/ 271352 h 6165850"/>
              <a:gd name="connsiteX6" fmla="*/ 271352 w 3515830"/>
              <a:gd name="connsiteY6" fmla="*/ 0 h 616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15830" h="6165850">
                <a:moveTo>
                  <a:pt x="271352" y="0"/>
                </a:moveTo>
                <a:lnTo>
                  <a:pt x="3244478" y="0"/>
                </a:lnTo>
                <a:cubicBezTo>
                  <a:pt x="3394342" y="0"/>
                  <a:pt x="3515830" y="121488"/>
                  <a:pt x="3515830" y="271352"/>
                </a:cubicBezTo>
                <a:lnTo>
                  <a:pt x="3515830" y="6165850"/>
                </a:lnTo>
                <a:lnTo>
                  <a:pt x="0" y="6165850"/>
                </a:lnTo>
                <a:lnTo>
                  <a:pt x="0" y="271352"/>
                </a:lnTo>
                <a:cubicBezTo>
                  <a:pt x="0" y="121488"/>
                  <a:pt x="121488" y="0"/>
                  <a:pt x="27135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B4600D8C-AA8C-EA2C-7606-F17F7B157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013274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C4DD4B3-3AFA-43CF-B99F-CA54EEA918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08448" y="1228164"/>
            <a:ext cx="2690675" cy="3139355"/>
          </a:xfrm>
          <a:custGeom>
            <a:avLst/>
            <a:gdLst>
              <a:gd name="connsiteX0" fmla="*/ 259758 w 2690675"/>
              <a:gd name="connsiteY0" fmla="*/ 0 h 3139355"/>
              <a:gd name="connsiteX1" fmla="*/ 2430917 w 2690675"/>
              <a:gd name="connsiteY1" fmla="*/ 0 h 3139355"/>
              <a:gd name="connsiteX2" fmla="*/ 2690675 w 2690675"/>
              <a:gd name="connsiteY2" fmla="*/ 259758 h 3139355"/>
              <a:gd name="connsiteX3" fmla="*/ 2690675 w 2690675"/>
              <a:gd name="connsiteY3" fmla="*/ 2879597 h 3139355"/>
              <a:gd name="connsiteX4" fmla="*/ 2430917 w 2690675"/>
              <a:gd name="connsiteY4" fmla="*/ 3139355 h 3139355"/>
              <a:gd name="connsiteX5" fmla="*/ 259758 w 2690675"/>
              <a:gd name="connsiteY5" fmla="*/ 3139355 h 3139355"/>
              <a:gd name="connsiteX6" fmla="*/ 0 w 2690675"/>
              <a:gd name="connsiteY6" fmla="*/ 2879597 h 3139355"/>
              <a:gd name="connsiteX7" fmla="*/ 0 w 2690675"/>
              <a:gd name="connsiteY7" fmla="*/ 259758 h 3139355"/>
              <a:gd name="connsiteX8" fmla="*/ 259758 w 2690675"/>
              <a:gd name="connsiteY8" fmla="*/ 0 h 3139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0675" h="3139355">
                <a:moveTo>
                  <a:pt x="259758" y="0"/>
                </a:moveTo>
                <a:lnTo>
                  <a:pt x="2430917" y="0"/>
                </a:lnTo>
                <a:cubicBezTo>
                  <a:pt x="2574377" y="0"/>
                  <a:pt x="2690675" y="116298"/>
                  <a:pt x="2690675" y="259758"/>
                </a:cubicBezTo>
                <a:lnTo>
                  <a:pt x="2690675" y="2879597"/>
                </a:lnTo>
                <a:cubicBezTo>
                  <a:pt x="2690675" y="3023057"/>
                  <a:pt x="2574377" y="3139355"/>
                  <a:pt x="2430917" y="3139355"/>
                </a:cubicBezTo>
                <a:lnTo>
                  <a:pt x="259758" y="3139355"/>
                </a:lnTo>
                <a:cubicBezTo>
                  <a:pt x="116298" y="3139355"/>
                  <a:pt x="0" y="3023057"/>
                  <a:pt x="0" y="2879597"/>
                </a:cubicBezTo>
                <a:lnTo>
                  <a:pt x="0" y="259758"/>
                </a:lnTo>
                <a:cubicBezTo>
                  <a:pt x="0" y="116298"/>
                  <a:pt x="116298" y="0"/>
                  <a:pt x="259758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BC2389F-06E3-462D-B7A3-54F35FD4242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808448" y="4536141"/>
            <a:ext cx="2690675" cy="2321859"/>
          </a:xfrm>
          <a:custGeom>
            <a:avLst/>
            <a:gdLst>
              <a:gd name="connsiteX0" fmla="*/ 263444 w 2690675"/>
              <a:gd name="connsiteY0" fmla="*/ 0 h 2321859"/>
              <a:gd name="connsiteX1" fmla="*/ 2427231 w 2690675"/>
              <a:gd name="connsiteY1" fmla="*/ 0 h 2321859"/>
              <a:gd name="connsiteX2" fmla="*/ 2690675 w 2690675"/>
              <a:gd name="connsiteY2" fmla="*/ 263444 h 2321859"/>
              <a:gd name="connsiteX3" fmla="*/ 2690675 w 2690675"/>
              <a:gd name="connsiteY3" fmla="*/ 2321859 h 2321859"/>
              <a:gd name="connsiteX4" fmla="*/ 0 w 2690675"/>
              <a:gd name="connsiteY4" fmla="*/ 2321859 h 2321859"/>
              <a:gd name="connsiteX5" fmla="*/ 0 w 2690675"/>
              <a:gd name="connsiteY5" fmla="*/ 263444 h 2321859"/>
              <a:gd name="connsiteX6" fmla="*/ 263444 w 2690675"/>
              <a:gd name="connsiteY6" fmla="*/ 0 h 2321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90675" h="2321859">
                <a:moveTo>
                  <a:pt x="263444" y="0"/>
                </a:moveTo>
                <a:lnTo>
                  <a:pt x="2427231" y="0"/>
                </a:lnTo>
                <a:cubicBezTo>
                  <a:pt x="2572727" y="0"/>
                  <a:pt x="2690675" y="117948"/>
                  <a:pt x="2690675" y="263444"/>
                </a:cubicBezTo>
                <a:lnTo>
                  <a:pt x="2690675" y="2321859"/>
                </a:lnTo>
                <a:lnTo>
                  <a:pt x="0" y="2321859"/>
                </a:lnTo>
                <a:lnTo>
                  <a:pt x="0" y="263444"/>
                </a:lnTo>
                <a:cubicBezTo>
                  <a:pt x="0" y="117948"/>
                  <a:pt x="117948" y="0"/>
                  <a:pt x="26344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9DC799F2-E3CE-CBB6-743F-AF3DED8F57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4318909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1CBC098-2059-47FB-BA1A-9D28FFCE516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96878" y="1386519"/>
            <a:ext cx="4598504" cy="4084962"/>
          </a:xfrm>
          <a:custGeom>
            <a:avLst/>
            <a:gdLst>
              <a:gd name="connsiteX0" fmla="*/ 216219 w 4598504"/>
              <a:gd name="connsiteY0" fmla="*/ 0 h 4084962"/>
              <a:gd name="connsiteX1" fmla="*/ 4382285 w 4598504"/>
              <a:gd name="connsiteY1" fmla="*/ 0 h 4084962"/>
              <a:gd name="connsiteX2" fmla="*/ 4598504 w 4598504"/>
              <a:gd name="connsiteY2" fmla="*/ 224754 h 4084962"/>
              <a:gd name="connsiteX3" fmla="*/ 4598504 w 4598504"/>
              <a:gd name="connsiteY3" fmla="*/ 3860208 h 4084962"/>
              <a:gd name="connsiteX4" fmla="*/ 4382285 w 4598504"/>
              <a:gd name="connsiteY4" fmla="*/ 4084962 h 4084962"/>
              <a:gd name="connsiteX5" fmla="*/ 216219 w 4598504"/>
              <a:gd name="connsiteY5" fmla="*/ 4084962 h 4084962"/>
              <a:gd name="connsiteX6" fmla="*/ 0 w 4598504"/>
              <a:gd name="connsiteY6" fmla="*/ 3860208 h 4084962"/>
              <a:gd name="connsiteX7" fmla="*/ 0 w 4598504"/>
              <a:gd name="connsiteY7" fmla="*/ 224754 h 4084962"/>
              <a:gd name="connsiteX8" fmla="*/ 216219 w 4598504"/>
              <a:gd name="connsiteY8" fmla="*/ 0 h 4084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8504" h="4084962">
                <a:moveTo>
                  <a:pt x="216219" y="0"/>
                </a:moveTo>
                <a:lnTo>
                  <a:pt x="4382285" y="0"/>
                </a:lnTo>
                <a:cubicBezTo>
                  <a:pt x="4501700" y="0"/>
                  <a:pt x="4598504" y="100626"/>
                  <a:pt x="4598504" y="224754"/>
                </a:cubicBezTo>
                <a:lnTo>
                  <a:pt x="4598504" y="3860208"/>
                </a:lnTo>
                <a:cubicBezTo>
                  <a:pt x="4598504" y="3984337"/>
                  <a:pt x="4501700" y="4084962"/>
                  <a:pt x="4382285" y="4084962"/>
                </a:cubicBezTo>
                <a:lnTo>
                  <a:pt x="216219" y="4084962"/>
                </a:lnTo>
                <a:cubicBezTo>
                  <a:pt x="96804" y="4084962"/>
                  <a:pt x="0" y="3984337"/>
                  <a:pt x="0" y="3860208"/>
                </a:cubicBezTo>
                <a:lnTo>
                  <a:pt x="0" y="224754"/>
                </a:lnTo>
                <a:cubicBezTo>
                  <a:pt x="0" y="100626"/>
                  <a:pt x="96804" y="0"/>
                  <a:pt x="21621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E9AF0-7616-21E3-5C98-061DF965BA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8939" y="1336001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F7126D28-1710-8B0A-9FE3-780C7BDB2F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0169269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2E613FC-630F-41A9-8B5F-7E0A9811FE3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58496" y="1636393"/>
            <a:ext cx="4663685" cy="2593429"/>
          </a:xfrm>
          <a:custGeom>
            <a:avLst/>
            <a:gdLst>
              <a:gd name="connsiteX0" fmla="*/ 0 w 4663685"/>
              <a:gd name="connsiteY0" fmla="*/ 0 h 2593429"/>
              <a:gd name="connsiteX1" fmla="*/ 4663685 w 4663685"/>
              <a:gd name="connsiteY1" fmla="*/ 0 h 2593429"/>
              <a:gd name="connsiteX2" fmla="*/ 4663685 w 4663685"/>
              <a:gd name="connsiteY2" fmla="*/ 2593429 h 2593429"/>
              <a:gd name="connsiteX3" fmla="*/ 0 w 4663685"/>
              <a:gd name="connsiteY3" fmla="*/ 2593429 h 2593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63685" h="2593429">
                <a:moveTo>
                  <a:pt x="0" y="0"/>
                </a:moveTo>
                <a:lnTo>
                  <a:pt x="4663685" y="0"/>
                </a:lnTo>
                <a:lnTo>
                  <a:pt x="4663685" y="2593429"/>
                </a:lnTo>
                <a:lnTo>
                  <a:pt x="0" y="25934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8C236A3-B433-0AE0-6F6C-ADA9651FE5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179E1205-A18D-C19B-8A8D-DE6B6F8A76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42745883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16B878-D898-4DC6-B0C9-591ECD6BB3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08408" y="1184719"/>
            <a:ext cx="3998913" cy="3464418"/>
          </a:xfrm>
          <a:custGeom>
            <a:avLst/>
            <a:gdLst>
              <a:gd name="connsiteX0" fmla="*/ 797719 w 3998913"/>
              <a:gd name="connsiteY0" fmla="*/ 0 h 3464418"/>
              <a:gd name="connsiteX1" fmla="*/ 3998913 w 3998913"/>
              <a:gd name="connsiteY1" fmla="*/ 1042987 h 3464418"/>
              <a:gd name="connsiteX2" fmla="*/ 2955132 w 3998913"/>
              <a:gd name="connsiteY2" fmla="*/ 3464418 h 3464418"/>
              <a:gd name="connsiteX3" fmla="*/ 0 w 3998913"/>
              <a:gd name="connsiteY3" fmla="*/ 2053925 h 3464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8913" h="3464418">
                <a:moveTo>
                  <a:pt x="797719" y="0"/>
                </a:moveTo>
                <a:lnTo>
                  <a:pt x="3998913" y="1042987"/>
                </a:lnTo>
                <a:lnTo>
                  <a:pt x="2955132" y="3464418"/>
                </a:lnTo>
                <a:lnTo>
                  <a:pt x="0" y="205392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D2D6CE0-6ED7-9932-A25D-6C78B96C04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09816" y="1361260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B67DA887-9F84-22FB-B421-0661EAAC2F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16323912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3018D256-3379-1261-2756-0E03D91FD6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82182" y="2254310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Content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1734433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9C91FAB-7600-4BD4-9C63-4F2FF2C19190}"/>
              </a:ext>
            </a:extLst>
          </p:cNvPr>
          <p:cNvGrpSpPr/>
          <p:nvPr userDrawn="1"/>
        </p:nvGrpSpPr>
        <p:grpSpPr>
          <a:xfrm>
            <a:off x="309324" y="3273040"/>
            <a:ext cx="11573353" cy="3587612"/>
            <a:chOff x="309324" y="3273040"/>
            <a:chExt cx="11573353" cy="3587612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033F4D4-3759-9686-A151-BCD88D73B31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3273040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07FA6E7-65F0-D157-230E-E133AE5B7C49}"/>
                </a:ext>
              </a:extLst>
            </p:cNvPr>
            <p:cNvSpPr/>
            <p:nvPr userDrawn="1"/>
          </p:nvSpPr>
          <p:spPr>
            <a:xfrm>
              <a:off x="3523144" y="4024394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9596BA-FA3C-FECA-CE6B-0FE9A75849FF}"/>
                </a:ext>
              </a:extLst>
            </p:cNvPr>
            <p:cNvSpPr/>
            <p:nvPr userDrawn="1"/>
          </p:nvSpPr>
          <p:spPr>
            <a:xfrm>
              <a:off x="6101400" y="4278224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0DBB012-6E51-E4D2-FD3D-D1018C8824BA}"/>
                </a:ext>
              </a:extLst>
            </p:cNvPr>
            <p:cNvSpPr/>
            <p:nvPr userDrawn="1"/>
          </p:nvSpPr>
          <p:spPr>
            <a:xfrm>
              <a:off x="309324" y="3897479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240E645-110E-ADBD-F2D3-778CE36F2F4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3689333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C6DBCF7E-5E9B-069B-1C52-7A3DB6F1D58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3481186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70128EB-0346-668B-A9B0-67DF00EBB41C}"/>
                </a:ext>
              </a:extLst>
            </p:cNvPr>
            <p:cNvSpPr/>
            <p:nvPr userDrawn="1"/>
          </p:nvSpPr>
          <p:spPr>
            <a:xfrm>
              <a:off x="7372528" y="4151309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D856A4E8-27FD-BFBA-3828-9942048D1AFA}"/>
                </a:ext>
              </a:extLst>
            </p:cNvPr>
            <p:cNvSpPr/>
            <p:nvPr userDrawn="1"/>
          </p:nvSpPr>
          <p:spPr>
            <a:xfrm>
              <a:off x="944888" y="4912799"/>
              <a:ext cx="25200" cy="1943483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F409095-60AE-5ED3-A9FE-AFD9AA54D7C5}"/>
                </a:ext>
              </a:extLst>
            </p:cNvPr>
            <p:cNvSpPr/>
            <p:nvPr userDrawn="1"/>
          </p:nvSpPr>
          <p:spPr>
            <a:xfrm>
              <a:off x="2252016" y="5547373"/>
              <a:ext cx="25200" cy="1308908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E4F06C35-BD39-D9DE-3580-1DA4138DD320}"/>
                </a:ext>
              </a:extLst>
            </p:cNvPr>
            <p:cNvSpPr/>
            <p:nvPr userDrawn="1"/>
          </p:nvSpPr>
          <p:spPr>
            <a:xfrm>
              <a:off x="2887580" y="5166629"/>
              <a:ext cx="25200" cy="1689653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89246507-7C93-EE4C-21C0-E1CF0DD19F41}"/>
                </a:ext>
              </a:extLst>
            </p:cNvPr>
            <p:cNvSpPr/>
            <p:nvPr userDrawn="1"/>
          </p:nvSpPr>
          <p:spPr>
            <a:xfrm>
              <a:off x="4158708" y="4405139"/>
              <a:ext cx="25200" cy="2451143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E36B2EDF-FA8B-0FF0-B921-AD246B9C4F0D}"/>
                </a:ext>
              </a:extLst>
            </p:cNvPr>
            <p:cNvSpPr/>
            <p:nvPr userDrawn="1"/>
          </p:nvSpPr>
          <p:spPr>
            <a:xfrm>
              <a:off x="4794272" y="4532054"/>
              <a:ext cx="25200" cy="2324228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A302EA32-D69C-3C2D-A97F-3DE91E991140}"/>
                </a:ext>
              </a:extLst>
            </p:cNvPr>
            <p:cNvSpPr/>
            <p:nvPr userDrawn="1"/>
          </p:nvSpPr>
          <p:spPr>
            <a:xfrm>
              <a:off x="6736964" y="5674288"/>
              <a:ext cx="25200" cy="1181993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60149D19-3080-E0DB-ECC1-E6B14E5A9525}"/>
                </a:ext>
              </a:extLst>
            </p:cNvPr>
            <p:cNvSpPr/>
            <p:nvPr userDrawn="1"/>
          </p:nvSpPr>
          <p:spPr>
            <a:xfrm>
              <a:off x="8008092" y="5039714"/>
              <a:ext cx="25200" cy="1816568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73C35910-DE2C-5F17-06B5-86CF42CCC189}"/>
                </a:ext>
              </a:extLst>
            </p:cNvPr>
            <p:cNvSpPr/>
            <p:nvPr userDrawn="1"/>
          </p:nvSpPr>
          <p:spPr>
            <a:xfrm>
              <a:off x="9315220" y="4785884"/>
              <a:ext cx="25200" cy="207039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C55CF612-C43B-51DF-975B-0DFDF01B422F}"/>
                </a:ext>
              </a:extLst>
            </p:cNvPr>
            <p:cNvSpPr/>
            <p:nvPr userDrawn="1"/>
          </p:nvSpPr>
          <p:spPr>
            <a:xfrm>
              <a:off x="9950784" y="5420459"/>
              <a:ext cx="25200" cy="1435823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1B778DA9-F800-B347-3086-3C3B52FC983A}"/>
                </a:ext>
              </a:extLst>
            </p:cNvPr>
            <p:cNvSpPr/>
            <p:nvPr userDrawn="1"/>
          </p:nvSpPr>
          <p:spPr>
            <a:xfrm>
              <a:off x="10586348" y="5801197"/>
              <a:ext cx="25200" cy="1055086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9D60B837-3C73-ABDF-1D45-51DD74F22FE3}"/>
                </a:ext>
              </a:extLst>
            </p:cNvPr>
            <p:cNvSpPr/>
            <p:nvPr userDrawn="1"/>
          </p:nvSpPr>
          <p:spPr>
            <a:xfrm>
              <a:off x="11221912" y="4658969"/>
              <a:ext cx="25200" cy="2197313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9FD26E8D-68B6-0C0F-31F1-2B45F2035DDB}"/>
                </a:ext>
              </a:extLst>
            </p:cNvPr>
            <p:cNvSpPr/>
            <p:nvPr userDrawn="1"/>
          </p:nvSpPr>
          <p:spPr>
            <a:xfrm>
              <a:off x="11857477" y="5293544"/>
              <a:ext cx="25200" cy="1562738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7C2ACBA-5639-4B2A-8BF7-098ABF023151}"/>
              </a:ext>
            </a:extLst>
          </p:cNvPr>
          <p:cNvSpPr txBox="1"/>
          <p:nvPr userDrawn="1"/>
        </p:nvSpPr>
        <p:spPr>
          <a:xfrm>
            <a:off x="309523" y="378023"/>
            <a:ext cx="19919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PowerShell + DevOps </a:t>
            </a:r>
            <a:r>
              <a:rPr lang="en-US" sz="1400" b="1" kern="1200">
                <a:gradFill flip="none" rotWithShape="1">
                  <a:gsLst>
                    <a:gs pos="0">
                      <a:schemeClr val="accent3"/>
                    </a:gs>
                    <a:gs pos="100000">
                      <a:schemeClr val="accent4"/>
                    </a:gs>
                  </a:gsLst>
                  <a:lin ang="270000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Global Summit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37BFD9-1464-4228-FCE9-787B77E2F4BB}"/>
              </a:ext>
            </a:extLst>
          </p:cNvPr>
          <p:cNvSpPr txBox="1"/>
          <p:nvPr userDrawn="1"/>
        </p:nvSpPr>
        <p:spPr>
          <a:xfrm>
            <a:off x="5050772" y="6201827"/>
            <a:ext cx="1991947" cy="307777"/>
          </a:xfrm>
          <a:prstGeom prst="rect">
            <a:avLst/>
          </a:prstGeom>
          <a:solidFill>
            <a:srgbClr val="2298B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April 13-16</a:t>
            </a:r>
            <a:r>
              <a:rPr lang="en-US" sz="1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, 2026</a:t>
            </a:r>
          </a:p>
        </p:txBody>
      </p:sp>
      <p:pic>
        <p:nvPicPr>
          <p:cNvPr id="2" name="Picture 2" descr="See the source image">
            <a:extLst>
              <a:ext uri="{FF2B5EF4-FFF2-40B4-BE49-F238E27FC236}">
                <a16:creationId xmlns:a16="http://schemas.microsoft.com/office/drawing/2014/main" id="{8BC9188D-0421-911F-9F07-68606BC9BD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1" y="6212412"/>
            <a:ext cx="1482436" cy="522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E00CA1F1-F557-714B-4166-78EB6EB1A08E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9739775" y="185585"/>
            <a:ext cx="2177038" cy="52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225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59" r:id="rId12"/>
    <p:sldLayoutId id="2147483661" r:id="rId13"/>
    <p:sldLayoutId id="2147483662" r:id="rId14"/>
    <p:sldLayoutId id="2147483663" r:id="rId15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31D659-623F-E604-E551-030ED1634FE0}"/>
              </a:ext>
            </a:extLst>
          </p:cNvPr>
          <p:cNvSpPr txBox="1"/>
          <p:nvPr/>
        </p:nvSpPr>
        <p:spPr>
          <a:xfrm>
            <a:off x="196646" y="934746"/>
            <a:ext cx="1179870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3835400" algn="l"/>
              </a:tabLst>
            </a:pPr>
            <a:r>
              <a:rPr lang="en-US" sz="10000" b="1" dirty="0" err="1">
                <a:ln>
                  <a:solidFill>
                    <a:schemeClr val="bg1"/>
                  </a:solidFill>
                </a:ln>
                <a:latin typeface="Space Grotesk" pitchFamily="2" charset="0"/>
                <a:cs typeface="Space Grotesk" pitchFamily="2" charset="0"/>
              </a:rPr>
              <a:t>PSCustomObjects</a:t>
            </a:r>
            <a:r>
              <a:rPr lang="en-US" sz="10000" b="1" dirty="0">
                <a:ln>
                  <a:solidFill>
                    <a:schemeClr val="bg1"/>
                  </a:solidFill>
                </a:ln>
                <a:latin typeface="Space Grotesk" pitchFamily="2" charset="0"/>
                <a:cs typeface="Space Grotesk" pitchFamily="2" charset="0"/>
              </a:rPr>
              <a:t> vs </a:t>
            </a:r>
            <a:r>
              <a:rPr lang="en-US" sz="10000" b="1" dirty="0" err="1">
                <a:ln>
                  <a:solidFill>
                    <a:schemeClr val="bg1"/>
                  </a:solidFill>
                </a:ln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cs typeface="Space Grotesk" pitchFamily="2" charset="0"/>
              </a:rPr>
              <a:t>Hashtables</a:t>
            </a:r>
            <a:endParaRPr lang="en-US" sz="10000" b="1" dirty="0">
              <a:ln>
                <a:solidFill>
                  <a:schemeClr val="bg1"/>
                </a:solidFill>
              </a:ln>
              <a:gradFill flip="none" rotWithShape="1"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  <a:tileRect/>
              </a:gradFill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02EC37-4031-93F2-B682-3B8F6D89DDD2}"/>
              </a:ext>
            </a:extLst>
          </p:cNvPr>
          <p:cNvSpPr txBox="1"/>
          <p:nvPr/>
        </p:nvSpPr>
        <p:spPr>
          <a:xfrm>
            <a:off x="3363958" y="3960262"/>
            <a:ext cx="5290495" cy="432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 spc="400" dirty="0">
                <a:latin typeface="Play" panose="00000500000000000000" pitchFamily="2" charset="0"/>
                <a:cs typeface="Space Grotesk" pitchFamily="2" charset="0"/>
              </a:rPr>
              <a:t>Anthony Howell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6BB101-E9A0-80D1-902C-B4F2A456DDEC}"/>
              </a:ext>
            </a:extLst>
          </p:cNvPr>
          <p:cNvSpPr txBox="1"/>
          <p:nvPr/>
        </p:nvSpPr>
        <p:spPr>
          <a:xfrm>
            <a:off x="3393266" y="4692957"/>
            <a:ext cx="5290495" cy="4293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1" spc="400" dirty="0" err="1">
                <a:solidFill>
                  <a:schemeClr val="bg1"/>
                </a:solidFill>
                <a:latin typeface="Play"/>
                <a:cs typeface="Space Grotesk" pitchFamily="2" charset="0"/>
              </a:rPr>
              <a:t>ThePoshWolf</a:t>
            </a:r>
            <a:endParaRPr lang="en-US" b="1" spc="400" dirty="0">
              <a:solidFill>
                <a:schemeClr val="bg1"/>
              </a:solidFill>
              <a:latin typeface="Play"/>
              <a:cs typeface="Space Grotes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139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of a chocolate bar&#10;&#10;AI-generated content may be incorrect.">
            <a:extLst>
              <a:ext uri="{FF2B5EF4-FFF2-40B4-BE49-F238E27FC236}">
                <a16:creationId xmlns:a16="http://schemas.microsoft.com/office/drawing/2014/main" id="{4C8B71A1-F742-31A9-70E6-B39CC1967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3709"/>
            <a:ext cx="12192000" cy="5530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19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5734A-B4ED-775A-AFC4-BA2FCF7088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4537" y="1336001"/>
            <a:ext cx="5360586" cy="4135480"/>
          </a:xfrm>
        </p:spPr>
        <p:txBody>
          <a:bodyPr/>
          <a:lstStyle/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github.com/</a:t>
            </a:r>
            <a:r>
              <a:rPr lang="en-US" dirty="0" err="1">
                <a:solidFill>
                  <a:schemeClr val="tx1"/>
                </a:solidFill>
              </a:rPr>
              <a:t>theposhwolf</a:t>
            </a:r>
            <a:r>
              <a:rPr lang="en-US" dirty="0">
                <a:solidFill>
                  <a:schemeClr val="tx1"/>
                </a:solidFill>
              </a:rPr>
              <a:t>/sessions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6077D71-3052-F1F4-7B88-F94607C5B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3E4EAD-7EB3-B4EB-E2CD-3609FACF7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4546" y="1360437"/>
            <a:ext cx="4263167" cy="427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3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C6920B-190D-A35D-4D3A-EE5B03F0B3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56362" y="1361260"/>
            <a:ext cx="5469876" cy="413548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Anthony Howell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Cadillac of a son-in-law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Eugene, OR USA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4 kids, 2 dogs, 1 wife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Employed:</a:t>
            </a:r>
          </a:p>
          <a:p>
            <a:pPr lvl="2"/>
            <a:r>
              <a:rPr lang="en-US" sz="2400" dirty="0">
                <a:solidFill>
                  <a:schemeClr val="tx1"/>
                </a:solidFill>
              </a:rPr>
              <a:t>Chat online with my friends all days and sometimes run meetings.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8821165-29D5-683F-594A-2E64839DF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am I?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F9D20ED0-3781-EA42-01A2-5DC62F6B3FF3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8" b="298"/>
          <a:stretch/>
        </p:blipFill>
        <p:spPr bwMode="auto">
          <a:xfrm>
            <a:off x="6726238" y="1701800"/>
            <a:ext cx="1350962" cy="134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Placeholder 10" descr="A black circle with a question mark in it&#10;&#10;AI-generated content may be incorrect.">
            <a:extLst>
              <a:ext uri="{FF2B5EF4-FFF2-40B4-BE49-F238E27FC236}">
                <a16:creationId xmlns:a16="http://schemas.microsoft.com/office/drawing/2014/main" id="{A8ED6689-1307-8E8D-419B-893542555286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/>
          <a:stretch/>
        </p:blipFill>
        <p:spPr>
          <a:xfrm>
            <a:off x="6726238" y="3825875"/>
            <a:ext cx="1350962" cy="1350963"/>
          </a:xfrm>
          <a:noFill/>
        </p:spPr>
      </p:pic>
    </p:spTree>
    <p:extLst>
      <p:ext uri="{BB962C8B-B14F-4D97-AF65-F5344CB8AC3E}">
        <p14:creationId xmlns:p14="http://schemas.microsoft.com/office/powerpoint/2010/main" val="2667211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C623A3-54F5-EC77-F26A-839DC5146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Picture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FDDDED-513D-EE11-93D7-50C662971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0"/>
            <a:ext cx="5486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558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CCF311-9164-59F0-FF79-868C876F71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56361" y="1361260"/>
            <a:ext cx="10059339" cy="413548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Quick refresh: What are they?</a:t>
            </a:r>
          </a:p>
          <a:p>
            <a:r>
              <a:rPr lang="en-US" dirty="0">
                <a:solidFill>
                  <a:schemeClr val="tx1"/>
                </a:solidFill>
              </a:rPr>
              <a:t>In depth look: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Create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Update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Output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Iterate</a:t>
            </a:r>
          </a:p>
          <a:p>
            <a:r>
              <a:rPr lang="en-US" dirty="0">
                <a:solidFill>
                  <a:schemeClr val="tx1"/>
                </a:solidFill>
              </a:rPr>
              <a:t>When to use one over the other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Case study</a:t>
            </a:r>
            <a:endParaRPr lang="en-US" dirty="0">
              <a:solidFill>
                <a:schemeClr val="tx1"/>
              </a:solidFill>
              <a:ea typeface="Calibri"/>
              <a:cs typeface="Calibri"/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47A3621-96F5-B588-695E-B3E71515A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3255242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5D549-1F86-2492-25A0-8B4140976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C442E-453D-B4D0-307C-98A2B6DD2A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56361" y="1361260"/>
            <a:ext cx="10059339" cy="413548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PowerShell (5.1+)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Demo is done with: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PowerShell 7.6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VS Code latest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Windows 10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146D6B7-BA76-3CC8-2270-16B7489C8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Prerequisites</a:t>
            </a:r>
          </a:p>
        </p:txBody>
      </p:sp>
    </p:spTree>
    <p:extLst>
      <p:ext uri="{BB962C8B-B14F-4D97-AF65-F5344CB8AC3E}">
        <p14:creationId xmlns:p14="http://schemas.microsoft.com/office/powerpoint/2010/main" val="3626611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37763-FD7D-4CDE-150E-A6E665AD0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26B989-73B3-E1DC-6387-9E9A7AEB0D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56361" y="1361260"/>
            <a:ext cx="10059339" cy="413548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help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about_pscustomobject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Type accelerator to create </a:t>
            </a:r>
            <a:r>
              <a:rPr lang="en-US" dirty="0" err="1">
                <a:solidFill>
                  <a:schemeClr val="tx1"/>
                </a:solidFill>
              </a:rPr>
              <a:t>PSObjects</a:t>
            </a:r>
            <a:endParaRPr lang="en-US" dirty="0">
              <a:solidFill>
                <a:schemeClr val="tx1"/>
              </a:solidFill>
            </a:endParaRPr>
          </a:p>
          <a:p>
            <a:pPr lvl="2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help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about_type_accelerators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lvl="2"/>
            <a:r>
              <a:rPr lang="en-US" dirty="0">
                <a:solidFill>
                  <a:schemeClr val="tx1"/>
                </a:solidFill>
              </a:rPr>
              <a:t>Type accelerator is an alias for a .NET type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Casting for a </a:t>
            </a:r>
            <a:r>
              <a:rPr lang="en-US" dirty="0" err="1">
                <a:solidFill>
                  <a:schemeClr val="tx1"/>
                </a:solidFill>
              </a:rPr>
              <a:t>hashtable</a:t>
            </a:r>
            <a:endParaRPr lang="en-US" dirty="0">
              <a:solidFill>
                <a:schemeClr val="tx1"/>
              </a:solidFill>
            </a:endParaRPr>
          </a:p>
          <a:p>
            <a:pPr lvl="2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[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pscustomobject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]@{key=‘value’}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3136548-2CD9-344E-7B01-50F75BC89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PSCustomObject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225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165DB-EC8F-8C55-194C-14ECCB3EF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47A15B-FBBC-57A5-CC2A-1209FD55B2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56361" y="1361260"/>
            <a:ext cx="10059339" cy="413548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help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about_hash_tables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Dictionary or ‘Associative Array’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A collection of key/value pairs</a:t>
            </a:r>
          </a:p>
          <a:p>
            <a:pPr lvl="2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@{key = ‘value’}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Keys and values can be any .NET type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Type safety? Don’t need it.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‘very efficient for finding and retrieving data’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70131FB-E47B-693E-61BC-E37ADF230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tables</a:t>
            </a:r>
          </a:p>
        </p:txBody>
      </p:sp>
    </p:spTree>
    <p:extLst>
      <p:ext uri="{BB962C8B-B14F-4D97-AF65-F5344CB8AC3E}">
        <p14:creationId xmlns:p14="http://schemas.microsoft.com/office/powerpoint/2010/main" val="2696936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0B7CC-960B-DA38-664F-115E96B44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4331" y="2263103"/>
            <a:ext cx="8143337" cy="1325563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517481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A2D96-7813-830E-2573-BA3522B66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AF3178-0984-FCCA-69DC-6F47990ABA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56361" y="1361260"/>
            <a:ext cx="10059339" cy="413548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Use hash tables when you want to go:</a:t>
            </a:r>
          </a:p>
          <a:p>
            <a:r>
              <a:rPr lang="en-US" sz="9600" b="1" dirty="0">
                <a:ln>
                  <a:solidFill>
                    <a:schemeClr val="bg1"/>
                  </a:solidFill>
                </a:ln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cs typeface="Space Grotesk" pitchFamily="2" charset="0"/>
              </a:rPr>
              <a:t>FAST</a:t>
            </a:r>
          </a:p>
          <a:p>
            <a:r>
              <a:rPr lang="en-US" dirty="0">
                <a:solidFill>
                  <a:schemeClr val="tx1"/>
                </a:solidFill>
              </a:rPr>
              <a:t>Use </a:t>
            </a:r>
            <a:r>
              <a:rPr lang="en-US" dirty="0" err="1">
                <a:solidFill>
                  <a:schemeClr val="tx1"/>
                </a:solidFill>
              </a:rPr>
              <a:t>PSCustomObjects</a:t>
            </a:r>
            <a:r>
              <a:rPr lang="en-US" dirty="0">
                <a:solidFill>
                  <a:schemeClr val="tx1"/>
                </a:solidFill>
              </a:rPr>
              <a:t> when you want to look:</a:t>
            </a:r>
          </a:p>
          <a:p>
            <a:r>
              <a:rPr lang="en-US" sz="9600" b="1" dirty="0">
                <a:ln>
                  <a:solidFill>
                    <a:schemeClr val="bg1"/>
                  </a:solidFill>
                </a:ln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cs typeface="Space Grotesk" pitchFamily="2" charset="0"/>
              </a:rPr>
              <a:t>FANTASTIC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6A5859D-FB6F-7AD2-0A0A-02AA48B82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Moral</a:t>
            </a:r>
          </a:p>
        </p:txBody>
      </p:sp>
    </p:spTree>
    <p:extLst>
      <p:ext uri="{BB962C8B-B14F-4D97-AF65-F5344CB8AC3E}">
        <p14:creationId xmlns:p14="http://schemas.microsoft.com/office/powerpoint/2010/main" val="605311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95610F-322B-4DD1-8AA0-F9773EDD4C17}"/>
              </a:ext>
            </a:extLst>
          </p:cNvPr>
          <p:cNvSpPr txBox="1"/>
          <p:nvPr/>
        </p:nvSpPr>
        <p:spPr>
          <a:xfrm>
            <a:off x="929862" y="577865"/>
            <a:ext cx="10323517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tabLst>
                <a:tab pos="3835400" algn="l"/>
              </a:tabLst>
              <a:defRPr sz="180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defRPr>
            </a:lvl1pPr>
          </a:lstStyle>
          <a:p>
            <a:r>
              <a:rPr lang="en-US" sz="12500" dirty="0">
                <a:ln>
                  <a:solidFill>
                    <a:schemeClr val="bg1"/>
                  </a:solidFill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</a:rPr>
              <a:t>THANK YOU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3C9207-59EB-04DC-C4D8-A685A328FC4D}"/>
              </a:ext>
            </a:extLst>
          </p:cNvPr>
          <p:cNvSpPr txBox="1"/>
          <p:nvPr/>
        </p:nvSpPr>
        <p:spPr>
          <a:xfrm>
            <a:off x="892549" y="2911146"/>
            <a:ext cx="10395162" cy="2554545"/>
          </a:xfrm>
          <a:prstGeom prst="rect">
            <a:avLst/>
          </a:pr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3499211612">
                  <a:custGeom>
                    <a:avLst/>
                    <a:gdLst>
                      <a:gd name="connsiteX0" fmla="*/ 0 w 10395162"/>
                      <a:gd name="connsiteY0" fmla="*/ 0 h 2554545"/>
                      <a:gd name="connsiteX1" fmla="*/ 10395162 w 10395162"/>
                      <a:gd name="connsiteY1" fmla="*/ 0 h 2554545"/>
                      <a:gd name="connsiteX2" fmla="*/ 10395162 w 10395162"/>
                      <a:gd name="connsiteY2" fmla="*/ 2554545 h 2554545"/>
                      <a:gd name="connsiteX3" fmla="*/ 0 w 10395162"/>
                      <a:gd name="connsiteY3" fmla="*/ 2554545 h 2554545"/>
                      <a:gd name="connsiteX4" fmla="*/ 0 w 10395162"/>
                      <a:gd name="connsiteY4" fmla="*/ 0 h 25545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395162" h="2554545" fill="none" extrusionOk="0">
                        <a:moveTo>
                          <a:pt x="0" y="0"/>
                        </a:moveTo>
                        <a:cubicBezTo>
                          <a:pt x="3985294" y="-149972"/>
                          <a:pt x="6523629" y="85198"/>
                          <a:pt x="10395162" y="0"/>
                        </a:cubicBezTo>
                        <a:cubicBezTo>
                          <a:pt x="10564573" y="1174859"/>
                          <a:pt x="10480716" y="1646850"/>
                          <a:pt x="10395162" y="2554545"/>
                        </a:cubicBezTo>
                        <a:cubicBezTo>
                          <a:pt x="6590769" y="2645921"/>
                          <a:pt x="1602055" y="2548488"/>
                          <a:pt x="0" y="2554545"/>
                        </a:cubicBezTo>
                        <a:cubicBezTo>
                          <a:pt x="-92943" y="1774908"/>
                          <a:pt x="-168235" y="1020494"/>
                          <a:pt x="0" y="0"/>
                        </a:cubicBezTo>
                        <a:close/>
                      </a:path>
                      <a:path w="10395162" h="2554545" stroke="0" extrusionOk="0">
                        <a:moveTo>
                          <a:pt x="0" y="0"/>
                        </a:moveTo>
                        <a:cubicBezTo>
                          <a:pt x="1857884" y="-113254"/>
                          <a:pt x="8375565" y="102601"/>
                          <a:pt x="10395162" y="0"/>
                        </a:cubicBezTo>
                        <a:cubicBezTo>
                          <a:pt x="10342337" y="1023273"/>
                          <a:pt x="10518336" y="1768550"/>
                          <a:pt x="10395162" y="2554545"/>
                        </a:cubicBezTo>
                        <a:cubicBezTo>
                          <a:pt x="6772999" y="2610355"/>
                          <a:pt x="4536916" y="2723503"/>
                          <a:pt x="0" y="2554545"/>
                        </a:cubicBezTo>
                        <a:cubicBezTo>
                          <a:pt x="-144930" y="2188085"/>
                          <a:pt x="-18259" y="36477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5400" b="1" cap="small" spc="400" dirty="0">
                <a:solidFill>
                  <a:schemeClr val="bg1"/>
                </a:solidFill>
                <a:latin typeface="Cambria"/>
                <a:ea typeface="Cambria"/>
                <a:cs typeface="Space Grotesk" pitchFamily="2" charset="0"/>
              </a:rPr>
              <a:t>Feedback is a gift</a:t>
            </a:r>
            <a:br>
              <a:rPr lang="en-US" sz="5400" b="1" cap="small" spc="400" dirty="0">
                <a:latin typeface="Space"/>
                <a:cs typeface="Space Grotesk" pitchFamily="2" charset="0"/>
              </a:rPr>
            </a:b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4400" b="1" cap="small" spc="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Please review this session </a:t>
            </a:r>
          </a:p>
          <a:p>
            <a:pPr algn="ctr"/>
            <a:r>
              <a:rPr lang="en-US" sz="4400" b="1" cap="small" spc="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via the mobile App</a:t>
            </a:r>
            <a:endParaRPr lang="en-US" sz="4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B4C12DB-2D4D-6777-8D8B-0B0A0FFA82B7}"/>
              </a:ext>
            </a:extLst>
          </p:cNvPr>
          <p:cNvCxnSpPr>
            <a:cxnSpLocks/>
          </p:cNvCxnSpPr>
          <p:nvPr/>
        </p:nvCxnSpPr>
        <p:spPr>
          <a:xfrm>
            <a:off x="898419" y="3911600"/>
            <a:ext cx="1039516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38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0000"/>
      </a:dk1>
      <a:lt1>
        <a:sysClr val="window" lastClr="FFFFFF"/>
      </a:lt1>
      <a:dk2>
        <a:srgbClr val="323232"/>
      </a:dk2>
      <a:lt2>
        <a:srgbClr val="E3DED1"/>
      </a:lt2>
      <a:accent1>
        <a:srgbClr val="2B2D78"/>
      </a:accent1>
      <a:accent2>
        <a:srgbClr val="92278F"/>
      </a:accent2>
      <a:accent3>
        <a:srgbClr val="00AEEF"/>
      </a:accent3>
      <a:accent4>
        <a:srgbClr val="92278F"/>
      </a:accent4>
      <a:accent5>
        <a:srgbClr val="0082C6"/>
      </a:accent5>
      <a:accent6>
        <a:srgbClr val="C19859"/>
      </a:accent6>
      <a:hlink>
        <a:srgbClr val="92278F"/>
      </a:hlink>
      <a:folHlink>
        <a:srgbClr val="92278F"/>
      </a:folHlink>
    </a:clrScheme>
    <a:fontScheme name="Custom 1">
      <a:majorFont>
        <a:latin typeface="Space "/>
        <a:ea typeface=""/>
        <a:cs typeface=""/>
      </a:majorFont>
      <a:minorFont>
        <a:latin typeface="Play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a649edd-3005-4233-a3e7-8a8d225fe916" xsi:nil="true"/>
    <lcf76f155ced4ddcb4097134ff3c332f xmlns="5716c540-f2cb-4866-ac44-22c3da4c8498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898A77C9D58B48B3D389FB6B71E66B" ma:contentTypeVersion="17" ma:contentTypeDescription="Create a new document." ma:contentTypeScope="" ma:versionID="efacb11f427cb0a88b245a21667b355e">
  <xsd:schema xmlns:xsd="http://www.w3.org/2001/XMLSchema" xmlns:xs="http://www.w3.org/2001/XMLSchema" xmlns:p="http://schemas.microsoft.com/office/2006/metadata/properties" xmlns:ns2="ca649edd-3005-4233-a3e7-8a8d225fe916" xmlns:ns3="5716c540-f2cb-4866-ac44-22c3da4c8498" targetNamespace="http://schemas.microsoft.com/office/2006/metadata/properties" ma:root="true" ma:fieldsID="7d66e34a69efbc1f01a67fcf9f1d58c2" ns2:_="" ns3:_="">
    <xsd:import namespace="ca649edd-3005-4233-a3e7-8a8d225fe916"/>
    <xsd:import namespace="5716c540-f2cb-4866-ac44-22c3da4c849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649edd-3005-4233-a3e7-8a8d225fe91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26532ddb-0539-4ec4-8aaa-822e44af7a13}" ma:internalName="TaxCatchAll" ma:showField="CatchAllData" ma:web="ca649edd-3005-4233-a3e7-8a8d225fe9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16c540-f2cb-4866-ac44-22c3da4c84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b4adaadb-c18e-4b42-95dd-bcb8504af3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7B3771F-02E9-4BEE-AE04-07949018D5BF}">
  <ds:schemaRefs>
    <ds:schemaRef ds:uri="5716c540-f2cb-4866-ac44-22c3da4c8498"/>
    <ds:schemaRef ds:uri="ca649edd-3005-4233-a3e7-8a8d225fe91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9D37D00-0CCE-41F8-AFAD-3AE3642D56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a649edd-3005-4233-a3e7-8a8d225fe916"/>
    <ds:schemaRef ds:uri="5716c540-f2cb-4866-ac44-22c3da4c849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EED9375-ABFC-47C9-99E2-11F11E7CDC1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a70051d7-ca08-4339-bade-6d710a2ff616}" enabled="0" method="" siteId="{a70051d7-ca08-4339-bade-6d710a2ff61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218</Words>
  <Application>Microsoft Office PowerPoint</Application>
  <PresentationFormat>Widescreen</PresentationFormat>
  <Paragraphs>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Cambria</vt:lpstr>
      <vt:lpstr>Consolas</vt:lpstr>
      <vt:lpstr>Play</vt:lpstr>
      <vt:lpstr>Play </vt:lpstr>
      <vt:lpstr>Space</vt:lpstr>
      <vt:lpstr>Space Grotesk</vt:lpstr>
      <vt:lpstr>Office Theme</vt:lpstr>
      <vt:lpstr>PowerPoint Presentation</vt:lpstr>
      <vt:lpstr>PowerPoint Presentation</vt:lpstr>
      <vt:lpstr>Content</vt:lpstr>
      <vt:lpstr>Who am I?</vt:lpstr>
      <vt:lpstr>Picture</vt:lpstr>
      <vt:lpstr>Overview</vt:lpstr>
      <vt:lpstr>Prerequisites</vt:lpstr>
      <vt:lpstr>PSCustomObject</vt:lpstr>
      <vt:lpstr>Hash tables</vt:lpstr>
      <vt:lpstr>DEMO</vt:lpstr>
      <vt:lpstr>Moral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/>
  <cp:lastModifiedBy>Anthony Howell</cp:lastModifiedBy>
  <cp:revision>10</cp:revision>
  <dcterms:created xsi:type="dcterms:W3CDTF">2022-12-09T06:31:24Z</dcterms:created>
  <dcterms:modified xsi:type="dcterms:W3CDTF">2026-04-13T00:30:23Z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0x010100C0898A77C9D58B48B3D389FB6B71E66B</vt:lpwstr>
  </property>
  <property fmtid="{D5CDD505-2E9C-101B-9397-08002B2CF9AE}" pid="3" name="MediaServiceImageTags">
    <vt:lpwstr/>
  </property>
</Properties>
</file>